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83B4-E6FD-5E48-6E39-FDCAF8FDF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B15BF-C664-9B0A-CE04-0B157A9CC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F831B-78D9-E4EF-F3F6-B2A99E6D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F36CC-8A38-BA59-26AA-325A6D89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06FCB-7068-18CE-EBD9-32B02A01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0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A31B-5FED-01CD-D29F-59187655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4CECE-9871-04CC-54B5-4DB8A856F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7B7F-0998-6772-7E5B-27FE178E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A4D11-BE46-C524-5B77-411575B6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E8CEB-38C4-90D6-26EF-FB31D5B7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70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46674-FC5D-5639-E96B-508267DB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F6986-9F17-6256-B693-98F2F7131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55985-F8EC-4128-15B6-373259D5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57B4-4829-53AD-FF5C-66551C8D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836F0-829E-3CD0-3D77-4A53A159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48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F8C6-7D87-8FB8-6126-C28C01C3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9FBB5-4AA6-EB47-E0D3-2ABD22A7E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EE096-9DBE-A7F9-6FD1-93C6323AD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BF040-1F90-73AB-10F3-B598554B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34AB7-EA87-518D-5F72-01766023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15260-8FB1-6A09-F4BD-00C1B920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30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6EE9-1FDA-CD09-23D5-4305DA72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D0048-7C32-65E3-52CC-7105F2157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2872D-D4AC-F6BC-B3F0-89DDDD6D9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08923-4D7C-A732-5FE8-B3BF19C19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538AC-5BA9-0526-1CE2-E5D115689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2CD8A-25DB-E48A-C69E-BA9FC163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CFF56D-0014-EFEF-BF1A-2EAACFD3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780E8-8445-710D-7F8B-541ADCDE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3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5380-7364-D5DB-CF17-12A5C046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C19BE-762E-E84F-A21D-48DDF2A1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F443E-4A39-9420-34D4-2D4C64A0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A2C14-5C50-F39D-CF9A-3001C85F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1B3638-2924-D647-6238-96C1BF70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6CBDC-887C-00D3-29AD-1E4E622F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E586E-AFDA-F80D-47C4-4855497D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33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94B7-B2C4-5B98-6DBB-99C70E1F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EC8AE-BE72-46EA-7B6A-696C455CB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0299E-AAA7-2811-9A8D-338D76D1A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4DCFB-655A-B021-BB67-CF76AF2E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A011B-3B35-4753-C789-24C90B18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C766B-68EF-1504-CC59-BD9E5D8D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20F3-6FB3-12BF-1B20-13C498F2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E82CF-2600-9028-3DFD-AF1FD051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67DBB-27A9-CBF3-CA27-5C5A7E684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0EFFF-EB4C-19FA-3159-E0214E4A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0D27A-5720-E5F2-1F79-FD19634C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16186-25CC-DDFC-56C2-782B571D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31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9B1C-52EA-2A01-8741-2117AD2A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1C155-8279-04D6-B87F-3489D9D12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724CA-AE73-35D9-A3E7-6D5FC969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773A4-CD70-BD4A-109F-6EAA9229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1BA8E-9DE7-3FEB-4C3C-293037DC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048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AF5B47-3349-25E5-B99F-66DBDEFF3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E1A6F-BC11-9F4E-9B4F-5D400687E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3AE77-78B0-FC7A-49F2-A5802B5F9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4582F-583C-2D72-6253-D7F15DF1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4E01C-4203-8063-1FD4-103816F1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15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EC990-B29B-4F88-FDC2-A331F130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FABA8-63B0-0854-2194-96427D5EB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58FAA-2217-CEBF-099D-C892B5F9C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8C551-C603-4498-9A4D-83D78F23C2D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AC61B-3626-4578-9660-A1146F262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A7657-3EE7-A588-408C-2C2B158DE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2AFE5-F4D7-4D46-9B0D-06242016B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9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64B74-3385-AD77-2C23-FE582DD2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C30E04-306D-3622-E449-F5C431B153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88148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831433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91951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Symbol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Name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416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()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Parentheses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Wraps a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Node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(the noun).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87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[]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Brackets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Wraps a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Relationship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(the verb).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30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{}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Braces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Wraps </a:t>
                      </a: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Properties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(the metadata).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48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: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Colon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Prefixes a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Label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or a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Relationship Type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24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$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Dollar Sign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Prefixes a </a:t>
                      </a: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Parameter</a:t>
                      </a: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(for Java/Spring).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52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619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A3A6-97A0-5D91-2336-09341910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"Invisible Label" Error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423B9F-3991-D161-7948-5F3024F10A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Mistake: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(Person {name: 'Alice'})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Error: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Neo4j thinks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Person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is a variable name, not a Label.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Fix: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Always use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before a Label.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(p:Person {name: 'Alice'})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0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FA5D-33C6-1002-B28B-E500A54E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"Anonymous Relationship" Error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A5DA35-F898-7346-D0C1-372F0033C3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1036084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Mistake: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p:Person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)-[:WORKS_AT]-(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c:Company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RETURN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r.since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Error: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 'r' not defined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you want to return properties from a relationship, you must give it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the brackets.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p:Person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)-[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r:WORKS_AT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]-&gt;(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c:Company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RETURN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r.since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3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A06A-C82F-CAB6-469B-7E0A3FFE3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The "Missing Parentheses" Error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A2680E-5B9A-C656-4E35-6253C03FF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Mistake: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p:Person-[:OWNS]-&gt;c:Car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Error: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Invalid input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Fix: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Nodes are circles. In Cypher, circles are parentheses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 Even if they are empty, they must be there.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(:Person)-[:OWNS]-&gt;(:Car)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91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F941-9418-F922-23CB-A1218CB1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"Directionless Creation" Error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8803EE-0515-9336-613F-A0DF53B335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Mistake: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(p:Person)-[:FRIEND]-(p2:Person)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Error: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Only directed relationships can be created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Fix: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querying, you can be directionless. When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you must pick a side.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(p:Person)-[:FRIEND]-&gt;(p2:Person)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659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01C3A-7241-F621-D5D5-E9CCA774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"Cartesian Product" Trap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6D8722-5DB1-E841-9028-44B3391E2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2"/>
            <a:ext cx="101649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Mistake: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a:Person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),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b:Person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RETURN a, b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Error: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query is extremely slow or hangs.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Reason: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putting a comma between nodes without a relationship, you are asking Neo4j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 every possible combination of every person in the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(1,000 nodes x 1,000 nodes = 1,000,000 results).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Always define a path or a filter.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a:Person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)-[:FRIEND]-&gt;(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b:Person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677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409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Google Sans Text</vt:lpstr>
      <vt:lpstr>Office Theme</vt:lpstr>
      <vt:lpstr>PowerPoint Presentation</vt:lpstr>
      <vt:lpstr>The "Invisible Label" Error</vt:lpstr>
      <vt:lpstr>The "Anonymous Relationship" Error</vt:lpstr>
      <vt:lpstr> The "Missing Parentheses" Error </vt:lpstr>
      <vt:lpstr>The "Directionless Creation" Error</vt:lpstr>
      <vt:lpstr>The "Cartesian Product" Trap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rudra</dc:creator>
  <cp:lastModifiedBy>vishwa rudra</cp:lastModifiedBy>
  <cp:revision>6</cp:revision>
  <dcterms:created xsi:type="dcterms:W3CDTF">2026-02-04T08:46:48Z</dcterms:created>
  <dcterms:modified xsi:type="dcterms:W3CDTF">2026-02-04T08:50:37Z</dcterms:modified>
</cp:coreProperties>
</file>